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03 Soc1 Typeii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2026-10-02T09:30:20.324265Z | Framework ID: 03_SOC1_TypeII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AICPA SSAE 18 AT-C Section 320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financial reporting controls: immutable audit log (AIOSS), encrypted storage, access controls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AIOSS 232,665 entries/sec append-only chain provides complete financial audit trail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d885343cfa1e6bb1f8746591ef76ae97903bb2897d0801f5a7df670f04e0662d</a:t>
            </a:r>
          </a:p>
          <a:p>
            <a:r>
              <a:rPr sz="1000">
                <a:solidFill>
                  <a:srgbClr val="222222"/>
                </a:solidFill>
              </a:rPr>
              <a:t>  SHA3-256 (chain) | b64b5032854d9255534fda9206564a7fad8f04433f2ba8bbcf3168b2346b49fe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2026-10-02T09:30:20.324265Z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