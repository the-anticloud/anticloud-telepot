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2026-10-02T09:30:27.488911Z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b87022e096655dace80e0bd00a5c4293787f64fd5d99dff96e2ed2168780f0e9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2026-10-02T09:30:27.488911Z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