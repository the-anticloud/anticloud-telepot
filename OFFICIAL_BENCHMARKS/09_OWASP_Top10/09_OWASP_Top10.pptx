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2026-10-02T09:30:22.569631Z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b9eb27378c1f31dbe333f008073ade81a11a2d73a17cba6d2ebb9a6962f87d24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2026-10-02T09:30:22.569631Z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