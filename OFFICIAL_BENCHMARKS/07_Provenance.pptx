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Receipt Generation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Operation | Time</a:t>
            </a:r>
          </a:p>
          <a:p>
            <a:r>
              <a:rPr sz="1000">
                <a:solidFill>
                  <a:srgbClr val="222222"/>
                </a:solidFill>
              </a:rPr>
              <a:t>  Single receipt creation | 0.8ms</a:t>
            </a:r>
          </a:p>
          <a:p>
            <a:r>
              <a:rPr sz="1000">
                <a:solidFill>
                  <a:srgbClr val="222222"/>
                </a:solidFill>
              </a:rPr>
              <a:t>  Chain verify (100 entries) | 2.1ms</a:t>
            </a:r>
          </a:p>
          <a:p>
            <a:r>
              <a:rPr sz="1000">
                <a:solidFill>
                  <a:srgbClr val="222222"/>
                </a:solidFill>
              </a:rPr>
              <a:t>  Chain verify (10K entries) | 198ms</a:t>
            </a:r>
          </a:p>
          <a:p>
            <a:r>
              <a:rPr sz="1000">
                <a:solidFill>
                  <a:srgbClr val="222222"/>
                </a:solidFill>
              </a:rPr>
              <a:t>  File hash (1MB) | 4.2ms</a:t>
            </a:r>
          </a:p>
          <a:p>
            <a:r>
              <a:rPr sz="1000">
                <a:solidFill>
                  <a:srgbClr val="222222"/>
                </a:solidFill>
              </a:rPr>
              <a:t>  File hash (1GB) | 4,200ms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Chain Integrity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Test | Result</a:t>
            </a:r>
          </a:p>
          <a:p>
            <a:r>
              <a:rPr sz="1000">
                <a:solidFill>
                  <a:srgbClr val="222222"/>
                </a:solidFill>
              </a:rPr>
              <a:t>  Sequential append | PASS</a:t>
            </a:r>
          </a:p>
          <a:p>
            <a:r>
              <a:rPr sz="1000">
                <a:solidFill>
                  <a:srgbClr val="222222"/>
                </a:solidFill>
              </a:rPr>
              <a:t>  Tamper detection (modify entry 50 of 100) | PASS — detected at entry 50</a:t>
            </a:r>
          </a:p>
          <a:p>
            <a:r>
              <a:rPr sz="1000">
                <a:solidFill>
                  <a:srgbClr val="222222"/>
                </a:solidFill>
              </a:rPr>
              <a:t>  Reload from disk | PASS — head matches</a:t>
            </a:r>
          </a:p>
          <a:p>
            <a:r>
              <a:rPr sz="1000">
                <a:solidFill>
                  <a:srgbClr val="222222"/>
                </a:solidFill>
              </a:rPr>
              <a:t>  Cross-node receipt verification | PASS — node fingerprint stable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Hash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(NIST FIPS 202). Collision resistance: 2^128.</a:t>
            </a:r>
          </a:p>
          <a:p>
            <a:r>
              <a:rPr sz="1000">
                <a:solidFill>
                  <a:srgbClr val="222222"/>
                </a:solidFill>
              </a:rPr>
              <a:t>No MD5, no SHA1, no SHA2-256 (SHA3 only).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