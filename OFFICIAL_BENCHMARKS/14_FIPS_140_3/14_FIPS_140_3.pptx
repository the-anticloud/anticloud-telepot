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2026-10-02T09:30:27.322986Z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ddbb0ce81ebc4018852bcf5ffe12ba9b3646c1503818ade31b862e61b60a0c3b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2026-10-02T09:30:27.322986Z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